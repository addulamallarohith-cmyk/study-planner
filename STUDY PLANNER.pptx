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6E7E0-F322-AF6C-92DB-A82921A8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4217"/>
            <a:ext cx="12192000" cy="22021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2F4ADA-1487-6768-3D16-079B4ED3B8A3}"/>
              </a:ext>
            </a:extLst>
          </p:cNvPr>
          <p:cNvSpPr txBox="1"/>
          <p:nvPr/>
        </p:nvSpPr>
        <p:spPr>
          <a:xfrm>
            <a:off x="2902227" y="3307746"/>
            <a:ext cx="40721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/>
              <a:t>STUDY PLANNER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F9C02-DFFC-9EC3-7D2C-236D8988F307}"/>
              </a:ext>
            </a:extLst>
          </p:cNvPr>
          <p:cNvSpPr txBox="1"/>
          <p:nvPr/>
        </p:nvSpPr>
        <p:spPr>
          <a:xfrm>
            <a:off x="6718852" y="4285753"/>
            <a:ext cx="48282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MEMBERS:</a:t>
            </a:r>
          </a:p>
          <a:p>
            <a:r>
              <a:rPr lang="en-IN" dirty="0"/>
              <a:t>A.ROHITH-25MVCSMR0456</a:t>
            </a:r>
          </a:p>
          <a:p>
            <a:r>
              <a:rPr lang="en-IN" dirty="0"/>
              <a:t>K.KAMAL KUMAR-25MVCSMR502</a:t>
            </a:r>
          </a:p>
          <a:p>
            <a:r>
              <a:rPr lang="en-IN" dirty="0"/>
              <a:t>Y.VENKATA SESHU KUMAR-25MVCSMR544</a:t>
            </a:r>
          </a:p>
          <a:p>
            <a:r>
              <a:rPr lang="en-IN"/>
              <a:t>K.ARUN KUMAR-25MVCSMR503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61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92440" y="914400"/>
            <a:ext cx="3337560" cy="4937760"/>
          </a:xfrm>
          <a:prstGeom prst="roundRect">
            <a:avLst/>
          </a:prstGeom>
          <a:solidFill>
            <a:srgbClr val="1F2B4D"/>
          </a:solidFill>
          <a:ln>
            <a:solidFill>
              <a:srgbClr val="1F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58200" y="1325880"/>
            <a:ext cx="2606040" cy="960120"/>
          </a:xfrm>
          <a:prstGeom prst="roundRect">
            <a:avLst/>
          </a:prstGeom>
          <a:solidFill>
            <a:srgbClr val="2D3A60"/>
          </a:solidFill>
          <a:ln>
            <a:solidFill>
              <a:srgbClr val="2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1527048"/>
            <a:ext cx="219456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STUDYFLOW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606040"/>
            <a:ext cx="2606040" cy="685800"/>
          </a:xfrm>
          <a:prstGeom prst="roundRect">
            <a:avLst/>
          </a:prstGeom>
          <a:solidFill>
            <a:srgbClr val="2D3A60"/>
          </a:solidFill>
          <a:ln>
            <a:solidFill>
              <a:srgbClr val="2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1080" y="2724912"/>
            <a:ext cx="150876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C4CCE4"/>
                </a:solidFill>
                <a:latin typeface="Aptos"/>
              </a:defRPr>
            </a:pPr>
            <a:r>
              <a:t>TOTAL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2697480"/>
            <a:ext cx="64008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2000" b="1">
                <a:solidFill>
                  <a:srgbClr val="7669E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520440"/>
            <a:ext cx="2606040" cy="685800"/>
          </a:xfrm>
          <a:prstGeom prst="roundRect">
            <a:avLst/>
          </a:prstGeom>
          <a:solidFill>
            <a:srgbClr val="2D3A60"/>
          </a:solidFill>
          <a:ln>
            <a:solidFill>
              <a:srgbClr val="2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3639312"/>
            <a:ext cx="150876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C4CCE4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3611880"/>
            <a:ext cx="64008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2000" b="1">
                <a:solidFill>
                  <a:srgbClr val="E1953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4434840"/>
            <a:ext cx="2606040" cy="685800"/>
          </a:xfrm>
          <a:prstGeom prst="roundRect">
            <a:avLst/>
          </a:prstGeom>
          <a:solidFill>
            <a:srgbClr val="2D3A60"/>
          </a:solidFill>
          <a:ln>
            <a:solidFill>
              <a:srgbClr val="2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4553712"/>
            <a:ext cx="150876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C4CCE4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4526279"/>
            <a:ext cx="64008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2000" b="1">
                <a:solidFill>
                  <a:srgbClr val="30AC8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777240"/>
            <a:ext cx="621792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8B0FF"/>
                </a:solidFill>
                <a:latin typeface="Aptos"/>
              </a:defRPr>
            </a:pPr>
            <a:r>
              <a:t>BACKEND WEB DEVELOPMENT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600200"/>
            <a:ext cx="6675120" cy="15087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STUDY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6678560" cy="773545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8DFF2"/>
                </a:solidFill>
                <a:latin typeface="Aptos"/>
              </a:defRPr>
            </a:pPr>
            <a:r>
              <a:rPr dirty="0"/>
              <a:t>A MERN-based application to plan study sessions and track </a:t>
            </a:r>
            <a:endParaRPr lang="en-IN" dirty="0"/>
          </a:p>
          <a:p>
            <a:pPr>
              <a:spcAft>
                <a:spcPts val="800"/>
              </a:spcAft>
              <a:defRPr sz="2000" b="0">
                <a:solidFill>
                  <a:srgbClr val="D8DFF2"/>
                </a:solidFill>
                <a:latin typeface="Aptos"/>
              </a:defRPr>
            </a:pPr>
            <a:r>
              <a:rPr dirty="0"/>
              <a:t>completion.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2880360" cy="457200"/>
          </a:xfrm>
          <a:prstGeom prst="round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681728"/>
            <a:ext cx="256032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669E9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6F7A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8368"/>
            <a:ext cx="502920" cy="45720"/>
          </a:xfrm>
          <a:prstGeom prst="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2E4C"/>
                </a:solidFill>
                <a:latin typeface="Aptos Display"/>
              </a:defRPr>
            </a:pPr>
            <a:r>
              <a:t>Study plans get messy without a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9875520" cy="5029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F7A96"/>
                </a:solidFill>
                <a:latin typeface="Aptos"/>
              </a:defRPr>
            </a:pPr>
            <a:r>
              <a:t>Students need one place to schedule topics, remember sessions, and see what is finished.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5943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7669E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26080" cy="4114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2E4C"/>
                </a:solidFill>
                <a:latin typeface="Aptos"/>
              </a:defRPr>
            </a:pPr>
            <a:r>
              <a:t>Scattered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2926080" cy="7772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F7A96"/>
                </a:solidFill>
                <a:latin typeface="Aptos"/>
              </a:defRPr>
            </a:pPr>
            <a:r>
              <a:t>Notes, reminders and topics can be spread across different places.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51460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743200"/>
            <a:ext cx="5943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1953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46120"/>
            <a:ext cx="2926080" cy="4114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2E4C"/>
                </a:solidFill>
                <a:latin typeface="Aptos"/>
              </a:defRPr>
            </a:pPr>
            <a:r>
              <a:t>Missed study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794760"/>
            <a:ext cx="2926080" cy="7772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F7A96"/>
                </a:solidFill>
                <a:latin typeface="Aptos"/>
              </a:defRPr>
            </a:pPr>
            <a:r>
              <a:t>Without dates and times, planned work can be forgotten.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51460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743200"/>
            <a:ext cx="5943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0AC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46120"/>
            <a:ext cx="2926080" cy="4114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2E4C"/>
                </a:solidFill>
                <a:latin typeface="Aptos"/>
              </a:defRPr>
            </a:pPr>
            <a:r>
              <a:t>Unclear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94760"/>
            <a:ext cx="2926080" cy="7772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F7A96"/>
                </a:solidFill>
                <a:latin typeface="Aptos"/>
              </a:defRPr>
            </a:pPr>
            <a:r>
              <a:t>Students may struggle to tell what is planned, active or completed.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927080" cy="68580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458968"/>
            <a:ext cx="1042416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669E9"/>
                </a:solidFill>
                <a:latin typeface="Aptos"/>
              </a:defRPr>
            </a:pPr>
            <a:r>
              <a:t>GOAL  →  Make study tasks easy to create, organize, update and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669E9"/>
                </a:solidFill>
                <a:latin typeface="Aptos"/>
              </a:defRPr>
            </a:pPr>
            <a:r>
              <a:t>02 /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6F7A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8368"/>
            <a:ext cx="502920" cy="45720"/>
          </a:xfrm>
          <a:prstGeom prst="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52E4C"/>
                </a:solidFill>
                <a:latin typeface="Aptos Display"/>
              </a:defRPr>
            </a:pPr>
            <a:r>
              <a:t>Meet StudyFlow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9875520" cy="4114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F7A96"/>
                </a:solidFill>
                <a:latin typeface="Aptos"/>
              </a:defRPr>
            </a:pPr>
            <a:r>
              <a:t>A simple study planner with a dashboard and full task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606040"/>
            <a:ext cx="109728" cy="621792"/>
          </a:xfrm>
          <a:prstGeom prst="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578608"/>
            <a:ext cx="420624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Add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44368"/>
            <a:ext cx="42519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F7A96"/>
                </a:solidFill>
                <a:latin typeface="Aptos"/>
              </a:defRPr>
            </a:pPr>
            <a:r>
              <a:t>Subject, topic, date, time and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109728" cy="621792"/>
          </a:xfrm>
          <a:prstGeom prst="rect">
            <a:avLst/>
          </a:prstGeom>
          <a:solidFill>
            <a:srgbClr val="E19538"/>
          </a:solidFill>
          <a:ln>
            <a:solidFill>
              <a:srgbClr val="E19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578608"/>
            <a:ext cx="420624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Track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44368"/>
            <a:ext cx="42519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F7A96"/>
                </a:solidFill>
                <a:latin typeface="Aptos"/>
              </a:defRPr>
            </a:pPr>
            <a:r>
              <a:t>Planned, In Progress or Completed.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4023360"/>
            <a:ext cx="109728" cy="621792"/>
          </a:xfrm>
          <a:prstGeom prst="rect">
            <a:avLst/>
          </a:prstGeom>
          <a:solidFill>
            <a:srgbClr val="30AC89"/>
          </a:solidFill>
          <a:ln>
            <a:solidFill>
              <a:srgbClr val="30A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995928"/>
            <a:ext cx="420624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Edit or 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61688"/>
            <a:ext cx="42519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F7A96"/>
                </a:solidFill>
                <a:latin typeface="Aptos"/>
              </a:defRPr>
            </a:pPr>
            <a:r>
              <a:t>Keep the schedule accurate.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94760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4023360"/>
            <a:ext cx="109728" cy="621792"/>
          </a:xfrm>
          <a:prstGeom prst="rect">
            <a:avLst/>
          </a:prstGeom>
          <a:solidFill>
            <a:srgbClr val="4D91D2"/>
          </a:solidFill>
          <a:ln>
            <a:solidFill>
              <a:srgbClr val="4D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3995928"/>
            <a:ext cx="420624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Search &amp;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361688"/>
            <a:ext cx="42519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F7A96"/>
                </a:solidFill>
                <a:latin typeface="Aptos"/>
              </a:defRPr>
            </a:pPr>
            <a:r>
              <a:t>Find sessions quickly.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05840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669E9"/>
                </a:solidFill>
                <a:latin typeface="Aptos"/>
              </a:defRPr>
            </a:pPr>
            <a:r>
              <a:t>Outcome: a clearer view of what to study next and how much is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669E9"/>
                </a:solidFill>
                <a:latin typeface="Aptos"/>
              </a:defRPr>
            </a:pPr>
            <a:r>
              <a:t>03 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6F7A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8368"/>
            <a:ext cx="502920" cy="45720"/>
          </a:xfrm>
          <a:prstGeom prst="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2E4C"/>
                </a:solidFill>
                <a:latin typeface="Aptos Display"/>
              </a:defRPr>
            </a:pPr>
            <a:r>
              <a:t>From input to saved study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058400" cy="3657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F7A96"/>
                </a:solidFill>
                <a:latin typeface="Aptos"/>
              </a:defRPr>
            </a:pPr>
            <a:r>
              <a:t>The frontend sends requests to the backend, which validates data and stores it in MongoDB.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816352"/>
            <a:ext cx="438912" cy="438912"/>
          </a:xfrm>
          <a:prstGeom prst="round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98648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01168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2E4C"/>
                </a:solidFill>
                <a:latin typeface="Aptos"/>
              </a:defRPr>
            </a:pPr>
            <a:r>
              <a:t>Student fills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20116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F7A96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218688"/>
            <a:ext cx="411480" cy="3657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7669E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6060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49039" y="2816352"/>
            <a:ext cx="438912" cy="438912"/>
          </a:xfrm>
          <a:prstGeom prst="roundRect">
            <a:avLst/>
          </a:prstGeom>
          <a:solidFill>
            <a:srgbClr val="30AC89"/>
          </a:solidFill>
          <a:ln>
            <a:solidFill>
              <a:srgbClr val="30A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39" y="2898648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474720"/>
            <a:ext cx="201168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2E4C"/>
                </a:solidFill>
                <a:latin typeface="Aptos"/>
              </a:defRPr>
            </a:pPr>
            <a:r>
              <a:t>HTTP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40480"/>
            <a:ext cx="20116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F7A96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3218688"/>
            <a:ext cx="411480" cy="3657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7669E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6060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29400" y="2816352"/>
            <a:ext cx="438912" cy="438912"/>
          </a:xfrm>
          <a:prstGeom prst="round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2898648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74720"/>
            <a:ext cx="201168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2E4C"/>
                </a:solidFill>
                <a:latin typeface="Aptos"/>
              </a:defRPr>
            </a:pPr>
            <a:r>
              <a:t>Server validates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840480"/>
            <a:ext cx="20116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F7A96"/>
                </a:solidFill>
                <a:latin typeface="Aptos"/>
              </a:defRPr>
            </a:pPr>
            <a:r>
              <a:t>Node +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3218688"/>
            <a:ext cx="411480" cy="3657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7669E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6060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09759" y="2816352"/>
            <a:ext cx="438912" cy="438912"/>
          </a:xfrm>
          <a:prstGeom prst="roundRect">
            <a:avLst/>
          </a:prstGeom>
          <a:solidFill>
            <a:srgbClr val="30AC89"/>
          </a:solidFill>
          <a:ln>
            <a:solidFill>
              <a:srgbClr val="30A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59" y="2898648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3474720"/>
            <a:ext cx="201168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2E4C"/>
                </a:solidFill>
                <a:latin typeface="Aptos"/>
              </a:defRPr>
            </a:pPr>
            <a:r>
              <a:t>Save / retrieve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59" y="3840480"/>
            <a:ext cx="20116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F7A96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92040"/>
            <a:ext cx="10927080" cy="685800"/>
          </a:xfrm>
          <a:prstGeom prst="roundRect">
            <a:avLst/>
          </a:prstGeom>
          <a:solidFill>
            <a:srgbClr val="121B35"/>
          </a:solidFill>
          <a:ln>
            <a:solidFill>
              <a:srgbClr val="121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093208"/>
            <a:ext cx="1033272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CRUD: CREATE  •  READ  •  UPDATE  •  DELETE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669E9"/>
                </a:solidFill>
                <a:latin typeface="Aptos"/>
              </a:defRPr>
            </a:pPr>
            <a:r>
              <a:t>04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6F7A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8368"/>
            <a:ext cx="502920" cy="45720"/>
          </a:xfrm>
          <a:prstGeom prst="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2E4C"/>
                </a:solidFill>
                <a:latin typeface="Aptos Display"/>
              </a:defRPr>
            </a:pPr>
            <a:r>
              <a:t>MERN stack +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0392" y="2011680"/>
            <a:ext cx="438912" cy="438912"/>
          </a:xfrm>
          <a:prstGeom prst="roundRect">
            <a:avLst/>
          </a:prstGeom>
          <a:solidFill>
            <a:srgbClr val="30AC89"/>
          </a:solidFill>
          <a:ln>
            <a:solidFill>
              <a:srgbClr val="30A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11680"/>
            <a:ext cx="164592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2E4C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50592"/>
            <a:ext cx="164592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Document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30752" y="2011680"/>
            <a:ext cx="438912" cy="438912"/>
          </a:xfrm>
          <a:prstGeom prst="round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2103120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164592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2E4C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450592"/>
            <a:ext cx="164592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REST API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11112" y="2011680"/>
            <a:ext cx="438912" cy="438912"/>
          </a:xfrm>
          <a:prstGeom prst="roundRect">
            <a:avLst/>
          </a:prstGeom>
          <a:solidFill>
            <a:srgbClr val="4D91D2"/>
          </a:solidFill>
          <a:ln>
            <a:solidFill>
              <a:srgbClr val="4D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2103120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011680"/>
            <a:ext cx="164592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2E4C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450592"/>
            <a:ext cx="164592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Interactive 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8288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91472" y="2011680"/>
            <a:ext cx="438912" cy="438912"/>
          </a:xfrm>
          <a:prstGeom prst="roundRect">
            <a:avLst/>
          </a:prstGeom>
          <a:solidFill>
            <a:srgbClr val="E19538"/>
          </a:solidFill>
          <a:ln>
            <a:solidFill>
              <a:srgbClr val="E19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91472" y="2103120"/>
            <a:ext cx="438912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011680"/>
            <a:ext cx="164592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2E4C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450592"/>
            <a:ext cx="164592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Server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4663440" cy="3657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7669E9"/>
                </a:solidFill>
                <a:latin typeface="Aptos"/>
              </a:defRPr>
            </a:pPr>
            <a:r>
              <a:t>MAIN API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05072"/>
            <a:ext cx="868680" cy="292608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059935"/>
            <a:ext cx="777240" cy="146304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900" b="1">
                <a:solidFill>
                  <a:srgbClr val="7669E9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023359"/>
            <a:ext cx="210312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2E4C"/>
                </a:solidFill>
                <a:latin typeface="Aptos"/>
              </a:defRPr>
            </a:pPr>
            <a:r>
              <a:t>/api/tasks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4023359"/>
            <a:ext cx="228600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Read tasks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43983"/>
            <a:ext cx="868680" cy="292608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4498847"/>
            <a:ext cx="777240" cy="146304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900" b="1">
                <a:solidFill>
                  <a:srgbClr val="7669E9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4462271"/>
            <a:ext cx="210312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2E4C"/>
                </a:solidFill>
                <a:latin typeface="Aptos"/>
              </a:defRPr>
            </a:pPr>
            <a:r>
              <a:t>/api/tasks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462271"/>
            <a:ext cx="228600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Create task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82896"/>
            <a:ext cx="868680" cy="292608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937759"/>
            <a:ext cx="777240" cy="146304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900" b="1">
                <a:solidFill>
                  <a:srgbClr val="7669E9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4901183"/>
            <a:ext cx="210312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2E4C"/>
                </a:solidFill>
                <a:latin typeface="Aptos"/>
              </a:defRPr>
            </a:pPr>
            <a:r>
              <a:t>/api/tasks/:id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4901183"/>
            <a:ext cx="228600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Update task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21808"/>
            <a:ext cx="868680" cy="292608"/>
          </a:xfrm>
          <a:prstGeom prst="roundRect">
            <a:avLst/>
          </a:prstGeom>
          <a:solidFill>
            <a:srgbClr val="FFEFEF"/>
          </a:solidFill>
          <a:ln>
            <a:solidFill>
              <a:srgbClr val="F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376672"/>
            <a:ext cx="777240" cy="146304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900" b="1">
                <a:solidFill>
                  <a:srgbClr val="C15454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5340096"/>
            <a:ext cx="210312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2E4C"/>
                </a:solidFill>
                <a:latin typeface="Aptos"/>
              </a:defRPr>
            </a:pPr>
            <a:r>
              <a:t>/api/tasks/:id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5340096"/>
            <a:ext cx="2286000" cy="201168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Delete task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3886200"/>
            <a:ext cx="4572000" cy="178308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95160" y="4160520"/>
            <a:ext cx="393192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7669E9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4526280"/>
            <a:ext cx="3931920" cy="8229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subject · topic · date · time</a:t>
            </a:r>
          </a:p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status · notes · timestamps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172200"/>
            <a:ext cx="10515600" cy="2286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F7A96"/>
                </a:solidFill>
                <a:latin typeface="Aptos"/>
              </a:defRPr>
            </a:pPr>
            <a:r>
              <a:t>Note: Authentication and role-based access are future enhancements in this starter.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669E9"/>
                </a:solidFill>
                <a:latin typeface="Aptos"/>
              </a:defRPr>
            </a:pPr>
            <a:r>
              <a:t>05 /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6F7A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8368"/>
            <a:ext cx="502920" cy="45720"/>
          </a:xfrm>
          <a:prstGeom prst="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2E4C"/>
                </a:solidFill>
                <a:latin typeface="Aptos Display"/>
              </a:defRPr>
            </a:pPr>
            <a:r>
              <a:t>Live demo: show the complete CRUD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94360" cy="50292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1148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7669E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56231"/>
            <a:ext cx="13716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83664"/>
            <a:ext cx="68580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F7A96"/>
                </a:solidFill>
                <a:latin typeface="Aptos"/>
              </a:defRPr>
            </a:pPr>
            <a:r>
              <a:t>Add a subject and topic with date and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94360" cy="50292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41148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7669E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70632"/>
            <a:ext cx="13716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98064"/>
            <a:ext cx="68580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F7A96"/>
                </a:solidFill>
                <a:latin typeface="Aptos"/>
              </a:defRPr>
            </a:pPr>
            <a:r>
              <a:t>Show the task appearing in the schedule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94360" cy="50292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41148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7669E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85032"/>
            <a:ext cx="13716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12463"/>
            <a:ext cx="68580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F7A96"/>
                </a:solidFill>
                <a:latin typeface="Aptos"/>
              </a:defRPr>
            </a:pPr>
            <a:r>
              <a:t>Change its status to In Progress or Completed.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594360" cy="502920"/>
          </a:xfrm>
          <a:prstGeom prst="roundRect">
            <a:avLst/>
          </a:prstGeom>
          <a:solidFill>
            <a:srgbClr val="EFEDFF"/>
          </a:solidFill>
          <a:ln>
            <a:solidFill>
              <a:srgbClr val="EF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41148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7669E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9432"/>
            <a:ext cx="13716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2E4C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26864"/>
            <a:ext cx="68580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F7A96"/>
                </a:solidFill>
                <a:latin typeface="Aptos"/>
              </a:defRPr>
            </a:pPr>
            <a:r>
              <a:t>Remove a task and show the list refresh.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286000" cy="3429000"/>
          </a:xfrm>
          <a:prstGeom prst="roundRect">
            <a:avLst/>
          </a:prstGeom>
          <a:solidFill>
            <a:srgbClr val="121B35"/>
          </a:solidFill>
          <a:ln>
            <a:solidFill>
              <a:srgbClr val="121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2148840"/>
            <a:ext cx="18288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8B0FF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651760"/>
            <a:ext cx="1828800" cy="20116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✓ Organized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✓ Trackable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✓ Easy to update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✓ Data persists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424160" cy="3200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7669E9"/>
                </a:solidFill>
                <a:latin typeface="Aptos"/>
              </a:defRPr>
            </a:pPr>
            <a:r>
              <a:t>Demo tip: keep the backend and MongoDB running before opening the React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27432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8B0FF"/>
                </a:solidFill>
                <a:latin typeface="Aptos"/>
              </a:defRPr>
            </a:pPr>
            <a:r>
              <a:t>06 /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766560" cy="6858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Next steps for StudyFlow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943600" cy="26517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DEE4F6"/>
                </a:solidFill>
                <a:latin typeface="Aptos"/>
              </a:defRPr>
            </a:pPr>
            <a:r>
              <a:t>•  User login and role-based access</a:t>
            </a:r>
          </a:p>
          <a:p>
            <a:pPr>
              <a:spcAft>
                <a:spcPts val="1500"/>
              </a:spcAft>
              <a:defRPr sz="1600">
                <a:solidFill>
                  <a:srgbClr val="DEE4F6"/>
                </a:solidFill>
                <a:latin typeface="Aptos"/>
              </a:defRPr>
            </a:pPr>
            <a:r>
              <a:t>•  Weekly calendar and reminders</a:t>
            </a:r>
          </a:p>
          <a:p>
            <a:pPr>
              <a:spcAft>
                <a:spcPts val="1500"/>
              </a:spcAft>
              <a:defRPr sz="1600">
                <a:solidFill>
                  <a:srgbClr val="DEE4F6"/>
                </a:solidFill>
                <a:latin typeface="Aptos"/>
              </a:defRPr>
            </a:pPr>
            <a:r>
              <a:t>•  Study analytics and progress charts</a:t>
            </a:r>
          </a:p>
          <a:p>
            <a:pPr>
              <a:spcAft>
                <a:spcPts val="1500"/>
              </a:spcAft>
              <a:defRPr sz="1600">
                <a:solidFill>
                  <a:srgbClr val="DEE4F6"/>
                </a:solidFill>
                <a:latin typeface="Aptos"/>
              </a:defRPr>
            </a:pPr>
            <a:r>
              <a:t>•  Deploy online for access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188720"/>
            <a:ext cx="3840480" cy="3474720"/>
          </a:xfrm>
          <a:prstGeom prst="roundRect">
            <a:avLst/>
          </a:prstGeom>
          <a:solidFill>
            <a:srgbClr val="1F2B4D"/>
          </a:solidFill>
          <a:ln>
            <a:solidFill>
              <a:srgbClr val="1F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108960" cy="45720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423160"/>
            <a:ext cx="3017520" cy="54864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BEC7E0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337560"/>
            <a:ext cx="2194560" cy="438912"/>
          </a:xfrm>
          <a:prstGeom prst="roundRect">
            <a:avLst/>
          </a:prstGeom>
          <a:solidFill>
            <a:srgbClr val="7669E9"/>
          </a:solidFill>
          <a:ln>
            <a:solidFill>
              <a:srgbClr val="766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3447288"/>
            <a:ext cx="2011680" cy="18288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STUDYFLOW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</p:spPr>
        <p:txBody>
          <a:bodyPr wrap="non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EC7E0"/>
                </a:solidFill>
                <a:latin typeface="Aptos"/>
              </a:defRPr>
            </a:pPr>
            <a:r>
              <a:t>A. Rohith • 25MVCSMR0456     |     K. Kamal • 25MVCSMR0502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504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addulamalla rohith</cp:lastModifiedBy>
  <cp:revision>2</cp:revision>
  <dcterms:created xsi:type="dcterms:W3CDTF">2013-01-27T09:14:16Z</dcterms:created>
  <dcterms:modified xsi:type="dcterms:W3CDTF">2026-10-10T05:30:40Z</dcterms:modified>
  <cp:category/>
</cp:coreProperties>
</file>